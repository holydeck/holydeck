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</Type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IdLst>
    <p:sldId id="256" r:id="rId1"/>
    <p:sldId id="257" r:id="rId2"/>
    <p:sldId id="258" r:id="rId3"/>
  </p:sldIdLst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/Relationships>
</file>

<file path=ppt/slides/_rels/slide3.xml.rels><?xml version="1.0" encoding="UTF-8" standalone="yes"?><Relationships xmlns="http://schemas.openxmlformats.org/package/2006/relationships"><Relationship Id="rIdImg1" Type="http://schemas.openxmlformats.org/officeDocument/2006/relationships/image" Target="../media/image1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/>
        <p:txBody>
          <a:bodyPr/>
          <a:p>
            <a:r>
              <a:t>அருமை கிருபை</a:t>
            </a:r>
          </a:p>
        </p:txBody>
      </p:sp>
      <p:sp>
        <p:nvSpPr>
          <p:cNvPr id="3" name="TextBox 3"/>
          <p:cNvSpPr txBox="1"/>
          <p:nvPr/>
        </p:nvSpPr>
        <p:spPr/>
        <p:txBody>
          <a:bodyPr/>
          <a:p>
            <a:r>
              <a:t>Amazing grace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/>
        <p:txBody>
          <a:bodyPr/>
          <a:p>
            <a:r>
              <a:t>Praise the Lord</a:t>
            </a:r>
          </a:p>
        </p:txBody>
      </p:sp>
      <p:sp>
        <p:nvSpPr>
          <p:cNvPr id="3" name="TextBox 3"/>
          <p:cNvSpPr txBox="1"/>
          <p:nvPr/>
        </p:nvSpPr>
        <p:spPr/>
        <p:txBody>
          <a:bodyPr/>
          <a:p>
            <a:r>
              <a:t>x2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/>
        <p:txBody>
          <a:bodyPr/>
          <a:p>
            <a:r>
              <a:t>Holy holy holy</a:t>
            </a:r>
          </a:p>
        </p:txBody>
      </p:sp>
      <p:pic>
        <p:nvPicPr>
          <p:cNvPr id="3" name="Picture 3"/>
          <p:cNvPicPr/>
          <p:nvPr/>
        </p:nvPicPr>
        <p:blipFill>
          <a:blip xmlns:r="http://schemas.openxmlformats.org/officeDocument/2006/relationships" r:embed="rIdImg1"/>
          <a:stretch/>
        </p:blipFill>
        <p:spPr/>
      </p:pic>
    </p:spTree>
  </p:cSld>
</p:sld>
</file>

<file path=docProps/core.xml><?xml version="1.0" encoding="utf-8"?>
<cp:coreProperties xmlns:cp="http://schemas.openxmlformats.org/package/2006/metadata/core-properties" xmlns:dc="http://purl.org/dc/elements/1.1/">
  <dc:title>Sample Presentation</dc:title>
  <dc:creator>HolyDeck Fixtures</dc:creator>
</cp:coreProperties>
</file>